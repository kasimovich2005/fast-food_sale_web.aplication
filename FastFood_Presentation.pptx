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🍔 FastFood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Online Ordering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📌 Loyihaning Maqsadi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Fast food mahsulotlarini onlayn ko'rish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Savatga qo'shish va buyurtma berish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Stripe orqali xavfsiz to'lov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Admin panel orqali buyurtmalarni boshqarish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Real vaqtda statuslarni kuzatish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9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👥 Foydalanuvchi Funksiyalari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Ro'yxatdan o'tish va login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Mahsulotlar ro'yxatini ko'rish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Kategoriya bo'yicha filtrlash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Savatga qo'shish/o'chirish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Manzil kiritish va tasdiqlash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Stripe orqali to'lov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Buyurtmalar tarixini ko'rish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Profil bo'limi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A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🔧 Admin Panel Funksiyalari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Mahsulot qo'shish/tahrirlash/o'chirish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Barcha buyurtmalarni ko'rish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Buyurtma statusini o'zgartirish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Pending → Cooking → Delivery → Delivered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Foydalanuvchilar ro'yxati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Dashboard statistika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E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33333"/>
                </a:solidFill>
              </a:defRPr>
            </a:pPr>
            <a:r>
              <a:t>📦 Buyurtma Jarayoni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1️⃣ Mahsulot tanlash → Savatga qo'shish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2️⃣ Savat tasdiqlash → Jami narx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3️⃣ Manzil kiritish → Yetkazilish manzili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4️⃣ Stripe Checkout → To'lov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5️⃣ Order yaratish → Backend Pending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6️⃣ Status o'zgarishi → Admin boshqaradi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70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33333"/>
                </a:solidFill>
              </a:defRPr>
            </a:pPr>
            <a:r>
              <a:t>🛠️ Texnologiyalar Steki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Frontend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React.js 19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Vite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React Router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Axios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Backend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Node.js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Express.js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Stripe SDK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JWT 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Database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MongoDB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Mongoose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Collections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💾 Database Strukturasi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Foods: name, description, price, image, category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Users: name, email, password, cardData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Orders: user, items, totalAmount, orderStatus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stripeSessionId, deliveryAddress, createdAt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📄 Foydalanuvchi &amp; Admin Sahifalari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👥 Foydalanuvchi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Home Page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Categories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Product Detail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Cart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Checkout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Order History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⚙️ Admin Panel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Dashboard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Products CRUD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Orders Management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Status Control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Users List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✅ </a:t>
            </a:r>
            <a:r>
              <a:rPr dirty="0" err="1"/>
              <a:t>Loyiha</a:t>
            </a:r>
            <a:r>
              <a:rPr dirty="0"/>
              <a:t> </a:t>
            </a:r>
            <a:r>
              <a:rPr dirty="0" err="1"/>
              <a:t>Tayyorligiga</a:t>
            </a:r>
            <a:r>
              <a:rPr dirty="0"/>
              <a:t> </a:t>
            </a:r>
            <a:r>
              <a:rPr dirty="0" err="1"/>
              <a:t>Asosiy</a:t>
            </a:r>
            <a:r>
              <a:rPr dirty="0"/>
              <a:t> </a:t>
            </a:r>
            <a:r>
              <a:rPr lang="en-US" dirty="0" err="1"/>
              <a:t>Talablar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🎯 To'liq funktsional veb-platforma</a:t>
            </a:r>
          </a:p>
          <a:p>
            <a:pPr algn="ctr">
              <a:defRPr sz="2600">
                <a:solidFill>
                  <a:srgbClr val="FFFFFF"/>
                </a:solidFill>
              </a:defRPr>
            </a:pPr>
            <a:r>
              <a:t>🔐 Xavfsiz autentifikatsiya</a:t>
            </a:r>
          </a:p>
          <a:p>
            <a:pPr algn="ctr">
              <a:defRPr sz="2600">
                <a:solidFill>
                  <a:srgbClr val="FFFFFF"/>
                </a:solidFill>
              </a:defRPr>
            </a:pPr>
            <a:r>
              <a:t>💳 Stripe to'lov tizimi</a:t>
            </a:r>
          </a:p>
          <a:p>
            <a:pPr algn="ctr">
              <a:defRPr sz="2600">
                <a:solidFill>
                  <a:srgbClr val="FFFFFF"/>
                </a:solidFill>
              </a:defRPr>
            </a:pPr>
            <a:r>
              <a:t>📊 Admin paneli</a:t>
            </a:r>
          </a:p>
          <a:p>
            <a:pPr algn="ctr">
              <a:defRPr sz="2600">
                <a:solidFill>
                  <a:srgbClr val="FFFFFF"/>
                </a:solidFill>
              </a:defRPr>
            </a:pPr>
            <a:r>
              <a:t>🚀 Production uchun tayyor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289</Words>
  <Application>Microsoft Office PowerPoint</Application>
  <PresentationFormat>Экран (4:3)</PresentationFormat>
  <Paragraphs>73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Sardor</cp:lastModifiedBy>
  <cp:revision>2</cp:revision>
  <dcterms:created xsi:type="dcterms:W3CDTF">2013-01-27T09:14:16Z</dcterms:created>
  <dcterms:modified xsi:type="dcterms:W3CDTF">2025-11-27T13:11:27Z</dcterms:modified>
  <cp:category/>
</cp:coreProperties>
</file>